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22D3EE"/>
                </a:solidFill>
                <a:latin typeface="Aptos"/>
              </a:rPr>
              <a:t>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5960" y="109728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8FAFC"/>
                </a:solidFill>
                <a:latin typeface="Aptos"/>
              </a:rPr>
              <a:t>REWARDCHAIN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3392" y="18288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2D3EE"/>
                </a:solidFill>
                <a:latin typeface="Aptos"/>
              </a:rPr>
              <a:t>Blockchain-Based Employee Reward Registry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154680"/>
            <a:ext cx="8138160" cy="128016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0280" y="3593592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8FAFC"/>
                </a:solidFill>
                <a:latin typeface="Aptos"/>
              </a:rPr>
              <a:t>EMPLOYEE REWARD  →  BLOCKCHAIN  →  RETRIEVE  →  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89204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Aptos"/>
              </a:rPr>
              <a:t>Solidity • Hardhat • ethers.js • HTML/CSS/JavaScript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1. What Are We Building?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One simple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38912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"/>
              </a:rPr>
              <a:t>We are building an employee reward register on a local Ethereum blockchain.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5176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E2E8F0"/>
                </a:solidFill>
                <a:latin typeface="Aptos"/>
              </a:rPr>
              <a:t>User enters details → application sends them to a Solidity smart contract → contract stores them on blockchain → user retrieves them 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173736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ENTER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4453128"/>
            <a:ext cx="420624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35808" y="4069080"/>
            <a:ext cx="1737360" cy="7772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STORE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91456" y="4453128"/>
            <a:ext cx="420623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48656" y="4069080"/>
            <a:ext cx="1737360" cy="7772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656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BLOCKCHAIN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04304" y="4453128"/>
            <a:ext cx="420624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61504" y="4069080"/>
            <a:ext cx="1737360" cy="77724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RETRIEVE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17152" y="4453128"/>
            <a:ext cx="420624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74352" y="4069080"/>
            <a:ext cx="1737360" cy="77724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5257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ACC15"/>
                </a:solidFill>
                <a:latin typeface="Aptos"/>
              </a:rPr>
              <a:t>Example: EMP001 → Rahul Kumar → 100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2. Our Application — Choice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Employee Reward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We store three values: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3246120" cy="173736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5915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  <a:latin typeface="Aptos"/>
              </a:rPr>
              <a:t>Employee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EMP001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3246120" cy="173736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35915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  <a:latin typeface="Aptos"/>
              </a:rPr>
              <a:t>Employee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07792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Rahul Kumar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011680"/>
            <a:ext cx="3246120" cy="173736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35915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4A3B8"/>
                </a:solidFill>
                <a:latin typeface="Aptos"/>
              </a:rPr>
              <a:t>Reward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907792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97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Aptos"/>
              </a:rPr>
              <a:t>Retrieve using Employee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89204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Result: Employee Name + Reward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3. Complete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This is the main diagram to explain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2148840" cy="20116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USER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60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Aptos"/>
              </a:rPr>
              <a:t>index.html
style.css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874519"/>
            <a:ext cx="2148840" cy="20116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21945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D3EE"/>
                </a:solidFill>
                <a:latin typeface="Aptos"/>
              </a:rPr>
              <a:t>JAVASCRIPT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9260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Aptos"/>
              </a:rPr>
              <a:t>app.js
ethers.js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874519"/>
            <a:ext cx="2148840" cy="20116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1945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Aptos"/>
              </a:rPr>
              <a:t>SMART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9260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Aptos"/>
              </a:rPr>
              <a:t>EmployeeRewardRegistry.sol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74519"/>
            <a:ext cx="2148840" cy="20116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Aptos"/>
              </a:rPr>
              <a:t>LOCAL ETHEREUM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Aptos"/>
              </a:rPr>
              <a:t>Hardhat
127.0.0.1:8545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834640"/>
            <a:ext cx="274320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03520" y="2834640"/>
            <a:ext cx="274320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09560" y="2834640"/>
            <a:ext cx="274320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288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  <a:latin typeface="Aptos"/>
              </a:rPr>
              <a:t>STORE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UI → JavaScript → Contract → Blockchain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RETRIEVE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83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Blockchain → Contract → JavaScript →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4. Smart Contract — Easy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EmployeeRewardRegistry.sol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166360" cy="150876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C55E"/>
                </a:solidFill>
                <a:latin typeface="Aptos"/>
              </a:rPr>
              <a:t>STRUCT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Reward = employeeName + rewardPoints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166360" cy="150876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D3EE"/>
                </a:solidFill>
                <a:latin typeface="Aptos"/>
              </a:rPr>
              <a:t>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Employee ID → Reward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20440"/>
            <a:ext cx="5166360" cy="150876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Aptos"/>
              </a:rPr>
              <a:t>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storeReward() writes the record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520440"/>
            <a:ext cx="5166360" cy="150876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Aptos"/>
              </a:rP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getReward() reads the record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5486400"/>
            <a:ext cx="8138160" cy="502920"/>
          </a:xfrm>
          <a:prstGeom prst="roundRect">
            <a:avLst/>
          </a:prstGeom>
          <a:solidFill>
            <a:srgbClr val="122D22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557784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  <a:latin typeface="Consolas"/>
              </a:rPr>
              <a:t>EMP001 → { Rahul Kumar, 100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5. STORE — What Happens?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Follow these 5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993392" cy="24688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2402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ptos"/>
              </a:rPr>
              <a:t>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EMP001
Rahul
100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3063240"/>
            <a:ext cx="2926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828800"/>
            <a:ext cx="1993392" cy="24688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D3EE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2402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D3EE"/>
                </a:solidFill>
                <a:latin typeface="Aptos"/>
              </a:rP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3464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Input is
checked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3063240"/>
            <a:ext cx="2926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1828800"/>
            <a:ext cx="1993392" cy="24688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855F7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2402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A855F7"/>
                </a:solidFill>
                <a:latin typeface="Aptos"/>
              </a:rPr>
              <a:t>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83464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ethers.js →
storeReward()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3063240"/>
            <a:ext cx="2926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80" y="1828800"/>
            <a:ext cx="1993392" cy="24688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2402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97316"/>
                </a:solidFill>
                <a:latin typeface="Aptos"/>
              </a:rPr>
              <a:t>TRANSACTION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83464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Blockchain
transaction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09760" y="3063240"/>
            <a:ext cx="2926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75520" y="1828800"/>
            <a:ext cx="1993392" cy="24688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88752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5248" y="22402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C55E"/>
                </a:solidFill>
                <a:latin typeface="Aptos"/>
              </a:rPr>
              <a:t>SAVE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83464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Mapping
updated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9834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Aptos"/>
              </a:rPr>
              <a:t>Result: record is stored on-chain.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6. RETRIEVE — What Happens?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Read the same record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993392" cy="24688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2402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ptos"/>
              </a:rPr>
              <a:t>ENTER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EMP001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3063240"/>
            <a:ext cx="2926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828800"/>
            <a:ext cx="1993392" cy="24688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D3EE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2402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D3EE"/>
                </a:solidFill>
                <a:latin typeface="Aptos"/>
              </a:rPr>
              <a:t>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83464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getReward()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3063240"/>
            <a:ext cx="2926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1828800"/>
            <a:ext cx="1993392" cy="24688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2402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C55E"/>
                </a:solidFill>
                <a:latin typeface="Aptos"/>
              </a:rPr>
              <a:t>LOOKUP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83464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mapping[EMP001]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3063240"/>
            <a:ext cx="2926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80" y="1828800"/>
            <a:ext cx="1993392" cy="24688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2402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97316"/>
                </a:solidFill>
                <a:latin typeface="Aptos"/>
              </a:rPr>
              <a:t>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83464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Rahul Kumar
100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09760" y="3063240"/>
            <a:ext cx="292608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75520" y="1828800"/>
            <a:ext cx="1993392" cy="24688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88752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855F7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5248" y="224028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A855F7"/>
                </a:solidFill>
                <a:latin typeface="Aptos"/>
              </a:rPr>
              <a:t>DISPLAY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834640"/>
            <a:ext cx="1719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Aptos"/>
              </a:rPr>
              <a:t>Result in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9834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2C55E"/>
                </a:solidFill>
                <a:latin typeface="Aptos"/>
              </a:rPr>
              <a:t>Result: Rahul Kumar + 100 points appear in the UI.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7.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Three simple areas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46120" cy="333756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A.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8036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E2E8F0"/>
                </a:solidFill>
                <a:latin typeface="Aptos"/>
              </a:rPr>
              <a:t>Employee ID
Employee Name
Reward Points
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645920"/>
            <a:ext cx="3246120" cy="333756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0574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B. RETRIEVE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88036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E2E8F0"/>
                </a:solidFill>
                <a:latin typeface="Aptos"/>
              </a:rPr>
              <a:t>Employee ID
RETRIEVE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645920"/>
            <a:ext cx="3246120" cy="333756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0574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  <a:latin typeface="Aptos"/>
              </a:rPr>
              <a:t>C.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88036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E2E8F0"/>
                </a:solidFill>
                <a:latin typeface="Aptos"/>
              </a:rPr>
              <a:t>Employee Name
Reward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406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The hackathon does not require a sophisticated GUI; functionality is the priority.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8. Local Ethereum &amp; Contract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How the frontend connects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2976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Aptos"/>
              </a:rPr>
              <a:t>LOCAL ETHEREUM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8FAFC"/>
                </a:solidFill>
                <a:latin typeface="Consolas"/>
              </a:rPr>
              <a:t>127.0.0.1:8545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2E8F0"/>
                </a:solidFill>
                <a:latin typeface="Aptos"/>
              </a:rPr>
              <a:t>Hardhat local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• Runs on your computer</a:t>
            </a:r>
          </a:p>
          <a:p>
            <a:pPr>
              <a:spcAft>
                <a:spcPts val="9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• Processes transactions</a:t>
            </a:r>
          </a:p>
          <a:p>
            <a:pPr>
              <a:spcAft>
                <a:spcPts val="9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• No cloud dependency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2976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D3EE"/>
                </a:solidFill>
                <a:latin typeface="Aptos"/>
              </a:rPr>
              <a:t>DEPLOYED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603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onsolas"/>
              </a:rPr>
              <a:t>0x5FbDB2315678afecb367f032d93F642f64180aa3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6118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2E8F0"/>
                </a:solidFill>
                <a:latin typeface="Aptos"/>
              </a:rPr>
              <a:t>app.js uses this address + ABI to call the contract.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709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tos"/>
              </a:rPr>
              <a:t>Local addresses can change after redeployment/network reset.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9. Validation &amp;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Invalid records are rejected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241280" cy="621792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8191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Empty Employee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58191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97316"/>
                </a:solidFill>
                <a:latin typeface="Aptos"/>
              </a:rPr>
              <a:t>Reject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10241280" cy="621792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Empty Employee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3591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97316"/>
                </a:solidFill>
                <a:latin typeface="Aptos"/>
              </a:rPr>
              <a:t>Reject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10241280" cy="621792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13639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Reward Points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136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97316"/>
                </a:solidFill>
                <a:latin typeface="Aptos"/>
              </a:rPr>
              <a:t>Reject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49039"/>
            <a:ext cx="10241280" cy="621792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13631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Duplicate Employee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97316"/>
                </a:solidFill>
                <a:latin typeface="Aptos"/>
              </a:rPr>
              <a:t>Reject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26280"/>
            <a:ext cx="10241280" cy="621792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9087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Valid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690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C55E"/>
                </a:solidFill>
                <a:latin typeface="Aptos"/>
              </a:rPr>
              <a:t>Accept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2E8F0"/>
                </a:solidFill>
                <a:latin typeface="Aptos"/>
              </a:rPr>
              <a:t>This protects the blockchain from blank, zero-point or duplicate reward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10. 5-Minute Demo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Use this exact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943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53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Show Hardhat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53312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“This is our local Ethereum blockchain.”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47672"/>
            <a:ext cx="5943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208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Open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020824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“This is RewardChain.”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15184"/>
            <a:ext cx="5943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06624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883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688336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“I enter EMP001, Rahul Kumar and 100 points.”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82696"/>
            <a:ext cx="5943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74136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558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Explain transaction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355848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“ethers.js calls storeReward() and the record is stored on-chain.”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50208"/>
            <a:ext cx="5943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Retrieve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02336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“Now I enter EMP001 and call getReward().”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17720"/>
            <a:ext cx="5943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09159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690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Show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690872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“The blockchain returns Rahul Kumar and 100 points.”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285231"/>
            <a:ext cx="5943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76671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35838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Explain 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5358383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“It uses a struct, mapping, validation, store and retrieve functions.”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11. Questions You Should Be Ready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Simple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What is stored?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2801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Employee Name and Reward Points, indexed by Employee 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Where is it stored?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938528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In the smart contract's blockchain state mapping.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Which function stores?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596896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storeReward().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552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Which function retrieves?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255264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getReward().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13631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Why ethers.js?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913631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It connects JavaScript to the Ethereum contract.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Why Hardhat?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5720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It provides the local Ethereum-compatible network.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303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Aptos"/>
              </a:rPr>
              <a:t>Why no database?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230368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The hackathon requires blockchain storage and retrieval.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12. Final Picture — Remember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0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The entire project in one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148840" cy="15544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Aptos"/>
              </a:rPr>
              <a:t>Enter / Retrieve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783080"/>
            <a:ext cx="2148840" cy="15544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2103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D3EE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606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Aptos"/>
              </a:rPr>
              <a:t>HTML + JS + ethers.js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783080"/>
            <a:ext cx="2148840" cy="15544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103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Aptos"/>
              </a:rPr>
              <a:t>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606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Aptos"/>
              </a:rPr>
              <a:t>storeReward()
getReward()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783080"/>
            <a:ext cx="2148840" cy="1554480"/>
          </a:xfrm>
          <a:prstGeom prst="roundRect">
            <a:avLst/>
          </a:prstGeom>
          <a:solidFill>
            <a:srgbClr val="141F37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103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Aptos"/>
              </a:rPr>
              <a:t>BLOCKCHAIN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6060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Aptos"/>
              </a:rPr>
              <a:t>Hardhat
Local Ethereum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2560320"/>
            <a:ext cx="274320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03520" y="2560320"/>
            <a:ext cx="274320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63840" y="2560320"/>
            <a:ext cx="274320" cy="0"/>
          </a:xfrm>
          <a:prstGeom prst="line">
            <a:avLst/>
          </a:prstGeom>
          <a:ln w="3175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43000" y="4114800"/>
            <a:ext cx="9875520" cy="1234440"/>
          </a:xfrm>
          <a:prstGeom prst="roundRect">
            <a:avLst/>
          </a:prstGeom>
          <a:solidFill>
            <a:srgbClr val="122D22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4805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FACC15"/>
                </a:solidFill>
                <a:latin typeface="Consolas"/>
              </a:rPr>
              <a:t>EMP001  →  Rahul Kumar  →  100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STORE → TRANSACTION → ON-CHAIN STORAGE → RETRIEVE → 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D3EE"/>
                </a:solidFill>
                <a:latin typeface="Aptos"/>
              </a:rPr>
              <a:t>RewardChain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Aptos"/>
              </a:rPr>
              <a:t>Blockchain-Based Employee Reward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2C55E"/>
                </a:solidFill>
                <a:latin typeface="Aptos"/>
              </a:rPr>
              <a:t>Questions &amp; Live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Solidity • Hardhat • ethers.js • HTML/CSS/JavaScript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RewardChain | Internal Blockchain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